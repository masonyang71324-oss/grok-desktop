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PPT报价方案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维护费：25800元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